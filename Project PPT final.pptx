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9" d="100"/>
          <a:sy n="89" d="100"/>
        </p:scale>
        <p:origin x="-1258" y="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62155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37b92a9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37b92a95_0_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d237b92a95_0_2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237b92a9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237b92a95_0_1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d237b92a95_0_13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37b92a9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37b92a95_0_2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d237b92a95_0_2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237b92a95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237b92a95_0_29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d237b92a95_0_29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37b92a9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37b92a95_0_37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d237b92a95_0_37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37b92a95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200" cy="36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37b92a95_0_4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d237b92a95_0_4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4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2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3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5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6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" name="Google Shape;16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LOGO.gif"/>
          <p:cNvPicPr preferRelativeResize="0"/>
          <p:nvPr/>
        </p:nvPicPr>
        <p:blipFill rotWithShape="1">
          <a:blip r:embed="rId14">
            <a:alphaModFix/>
          </a:blip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2" name="Google Shape;22;p1" descr="LOGO.gif"/>
            <p:cNvPicPr preferRelativeResize="0"/>
            <p:nvPr/>
          </p:nvPicPr>
          <p:blipFill rotWithShape="1">
            <a:blip r:embed="rId14">
              <a:alphaModFix/>
            </a:blip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Google Shape;24;p1" descr="logo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r>
              <a:rPr lang="en-US" sz="1800" b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</a:t>
            </a:r>
            <a:r>
              <a:rPr lang="en-US" sz="1800" b="1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Multi-Vendor E-Commerce Platform for Handmade Artisans</a:t>
            </a:r>
            <a:endParaRPr sz="300" b="0" i="1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Raghav</a:t>
            </a: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Kakkar</a:t>
            </a:r>
            <a:endParaRPr sz="1100"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2210990698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Neharika</a:t>
            </a: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2210990605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Mehak</a:t>
            </a: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sharma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2210991919</a:t>
            </a: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7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Anshu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Singla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University, Punjab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Background</a:t>
            </a:r>
            <a:endParaRPr sz="3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Rapid growth of digital commerce has increased online competition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Small-scale handmade artisans (resin, candles, crochet, Lippan art) struggle to reach wider audiences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Limited technical knowledge and lack of dedicated platforms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Existing e-commerce platforms are too generic for handmade multi-vendor needs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Need for a specialized platform to connect artisans with customers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150400" y="1022675"/>
            <a:ext cx="8993700" cy="55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and scalable multi-vendor platform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product and order management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vendors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browsing and purchasing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customers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control for monitoring activities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growth of small-scale artisans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376000" y="0"/>
            <a:ext cx="5486100" cy="91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Objective of the Project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285750" y="0"/>
            <a:ext cx="5486100" cy="91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Proposed Solution / System Overview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Centralized multi-vendor e-commerce platform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Helps artisans create an online presence and sell products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Features: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Role-based authentication system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Vendor onboarding and product management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Admin dashboard for monitoring and reporting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Designed with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data security and copyright protection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285750" y="0"/>
            <a:ext cx="5486100" cy="91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User Management: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Secure login for users, vendors, and admin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Vendor Dashboard: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Product listing, inventory, order tracking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Customer Interface: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Search, filter, cart, and order tracking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Admin Panel: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Vendor approval, category &amp; order management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Encrypted passwords and JWT authentication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285750" y="0"/>
            <a:ext cx="5486100" cy="91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Technology Used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Relational database with proper normalization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REST APIs with JWT-based authentication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Responsive and user-friendly UI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Role-based access and password encryption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Architecture: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Modular and scalable system design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240650" y="0"/>
            <a:ext cx="5486100" cy="91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Expected Outcomes &amp; Benefits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User-friendly online marketplace for handmade products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Increased visibility and income for artisans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Simplified vendor product and order management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Secure and seamless customer experience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Efficient admin monitoring and control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6075" algn="l" rtl="0">
              <a:spcBef>
                <a:spcPts val="10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long-term scalability and software protection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225600" y="0"/>
            <a:ext cx="5486100" cy="91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Original Contribution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Completely </a:t>
            </a: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original and independent project implementation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Unique system design, database structure, and functionality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No replication of existing proprietary systems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5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On-screen Show (4:3)</PresentationFormat>
  <Paragraphs>108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Objective of the Project</vt:lpstr>
      <vt:lpstr>Proposed Solution / System Overview</vt:lpstr>
      <vt:lpstr>Key Features</vt:lpstr>
      <vt:lpstr>Technology Used</vt:lpstr>
      <vt:lpstr>Expected Outcomes &amp; Benefits</vt:lpstr>
      <vt:lpstr>Original Contribution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1</cp:revision>
  <dcterms:modified xsi:type="dcterms:W3CDTF">2026-05-19T08:44:33Z</dcterms:modified>
</cp:coreProperties>
</file>