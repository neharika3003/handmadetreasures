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237b92a95_0_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237b92a95_0_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d237b92a95_0_2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237b92a95_0_1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237b92a95_0_1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d237b92a95_0_13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237b92a95_0_2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237b92a95_0_2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d237b92a95_0_21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237b92a95_0_2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237b92a95_0_2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d237b92a95_0_29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237b92a95_0_3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237b92a95_0_3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d237b92a95_0_37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237b92a95_0_4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237b92a95_0_4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d237b92a95_0_45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3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" name="Google Shape;12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6" name="Google Shape;16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8" name="Google Shape;1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22" name="Google Shape;22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24" name="Google Shape;2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1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Exploratory Project (EP)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Multi-Vendor E-Commerce Platform for Handmade Artisans</a:t>
            </a:r>
            <a:endParaRPr b="0" i="1" sz="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Raghav Kakkar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2210990698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Neharika</a:t>
            </a:r>
            <a:b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2210990605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Mehak sharma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2210991919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Dr. Anshu Singla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Background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Rapid growth of digital commerce has increased online competition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Small-scale handmade artisans (resin, candles, crochet, Lippan art) struggle to reach wider audiences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Limited technical knowledge and lack of dedicated platforms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Existing e-commerce platforms are too generic for handmade multi-vendor needs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Need for a specialized platform to connect artisans with customers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150400" y="1022675"/>
            <a:ext cx="8993700" cy="55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and scalable multi-vendor platform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product and order management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vendors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smooth browsing and purchasing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customers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Offer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control for monitoring activities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growth of small-scale artisans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376000" y="0"/>
            <a:ext cx="5486100" cy="91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Objective of the Project</a:t>
            </a:r>
            <a:endParaRPr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285750" y="0"/>
            <a:ext cx="5486100" cy="91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Proposed Solution / System Overview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Centralized multi-vendor e-commerce platform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Helps artisans create an online presence and sell products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Features: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○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Role-based authentication system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○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Vendor onboarding and product management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○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Admin dashboard for monitoring and reporting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Designed with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data security and copyright protection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285750" y="0"/>
            <a:ext cx="5486100" cy="91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Key Features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User Management: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Secure login for users, vendors, and admin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Vendor Dashboard: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Product listing, inventory, order tracking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Customer Interface: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Search, filter, cart, and order tracking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Admin Panel: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Vendor approval, category &amp; order management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Security: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Encrypted passwords and JWT authentication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285750" y="0"/>
            <a:ext cx="5486100" cy="91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Technology Used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Database: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Relational database with proper normalization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Backend: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REST APIs with JWT-based authentication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Frontend: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Responsive and user-friendly UI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Security: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Role-based access and password encryption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Architecture: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Modular and scalable system design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240650" y="0"/>
            <a:ext cx="5486100" cy="91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Expected Outcomes &amp; Benefits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46075" lvl="0" marL="457200" rtl="0" algn="l">
              <a:spcBef>
                <a:spcPts val="10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User-friendly online marketplace for handmade products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457200" rtl="0" algn="l">
              <a:spcBef>
                <a:spcPts val="10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Increased visibility and income for artisans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457200" rtl="0" algn="l">
              <a:spcBef>
                <a:spcPts val="10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Simplified vendor product and order management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457200" rtl="0" algn="l">
              <a:spcBef>
                <a:spcPts val="10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Secure and seamless customer experience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457200" rtl="0" algn="l">
              <a:spcBef>
                <a:spcPts val="10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Efficient admin monitoring and control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457200" rtl="0" algn="l">
              <a:spcBef>
                <a:spcPts val="10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Ensures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long-term scalability and software protection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225600" y="0"/>
            <a:ext cx="5486100" cy="91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Original Contribution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Completely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original and independent project implementation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Unique system design, database structure, and functionality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No replication of existing proprietary systems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